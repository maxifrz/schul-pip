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und Thema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Phasen erklären.</a:t>
            </a:r>
          </a:p>
          <a:p>
            <a:r>
              <a:t>Dann 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Biologie · Referat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Lichtreaktion</a:t>
            </a:r>
          </a:p>
          <a:p>
            <a:pPr lvl="1"/>
            <a:r>
              <a:t>in den Thylakoiden</a:t>
            </a:r>
          </a:p>
          <a:p>
            <a:r>
              <a:t>Calvin-Zyklus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0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CC00"/>
                </a:solidFill>
              </a:rPr>
              <a:t>Wichtig!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Edukt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Produkt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Glucose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72000" y="2743200"/>
            <a:ext cx="1828800" cy="914400"/>
            <a:chOff x="4572000" y="2743200"/>
            <a:chExt cx="1828800" cy="914400"/>
          </a:xfrm>
        </p:grpSpPr>
        <p:sp>
          <p:nvSpPr>
            <p:cNvPr id="6" name="Oval 5"/>
            <p:cNvSpPr/>
            <p:nvPr/>
          </p:nvSpPr>
          <p:spPr>
            <a:xfrm>
              <a:off x="4572000" y="2743200"/>
              <a:ext cx="1828800" cy="914400"/>
            </a:xfrm>
            <a:prstGeom prst="ellipse">
              <a:avLst/>
            </a:prstGeom>
            <a:solidFill>
              <a:srgbClr val="3D6FB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Chloroplast</a:t>
              </a:r>
            </a:p>
          </p:txBody>
        </p:sp>
      </p:grpSp>
      <p:cxnSp>
        <p:nvCxnSpPr>
          <p:cNvPr id="7" name="Connector 6"/>
          <p:cNvCxnSpPr/>
          <p:nvPr/>
        </p:nvCxnSpPr>
        <p:spPr>
          <a:xfrm flipV="1">
            <a:off x="914400" y="4572000"/>
            <a:ext cx="4572000" cy="1371600"/>
          </a:xfrm>
          <a:prstGeom prst="line">
            <a:avLst/>
          </a:prstGeom>
          <a:ln w="38100">
            <a:solidFill>
              <a:srgbClr val="C46A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