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Work Sans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Work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21236FD-8F09-4BD3-BFEA-2DBA5A012D5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Sprich langsam.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Zweite Zeile.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Work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Work Sans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Work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Work Sans"/>
              </a:rPr>
              <a:t>Click to edit the outline text format</a:t>
            </a:r>
            <a:endParaRPr b="0" lang="en-US" sz="2400" spc="-1" strike="noStrike">
              <a:solidFill>
                <a:srgbClr val="ffffff"/>
              </a:solidFill>
              <a:latin typeface="Work San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Work Sans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Work San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Work Sans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Work San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Work Sans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Work San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Work Sans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Work San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Work Sans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Work San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Work Sans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Work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/>
          <p:cNvSpPr/>
          <p:nvPr/>
        </p:nvSpPr>
        <p:spPr>
          <a:xfrm>
            <a:off x="1015920" y="1905120"/>
            <a:ext cx="1015956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de-DE" sz="5200" spc="-1" strike="noStrike">
                <a:solidFill>
                  <a:srgbClr val="f4f1e8"/>
                </a:solidFill>
                <a:latin typeface="Work Sans"/>
              </a:rPr>
              <a:t>Titel der Präsentation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Form 3"/>
          <p:cNvSpPr/>
          <p:nvPr/>
        </p:nvSpPr>
        <p:spPr>
          <a:xfrm>
            <a:off x="5715000" y="4089240"/>
            <a:ext cx="761760" cy="75960"/>
          </a:xfrm>
          <a:prstGeom prst="rect">
            <a:avLst/>
          </a:prstGeom>
          <a:solidFill>
            <a:srgbClr val="e8c8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015920" y="4419720"/>
            <a:ext cx="10159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de-DE" sz="2400" spc="-1" strike="noStrike">
                <a:solidFill>
                  <a:srgbClr val="c9d3c4"/>
                </a:solidFill>
                <a:latin typeface="Work Sans"/>
              </a:rPr>
              <a:t>Name · Fach · Datum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2"/>
          <p:cNvSpPr/>
          <p:nvPr/>
        </p:nvSpPr>
        <p:spPr>
          <a:xfrm>
            <a:off x="812880" y="457200"/>
            <a:ext cx="1056600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de-DE" sz="3600" spc="-1" strike="noStrike">
                <a:solidFill>
                  <a:srgbClr val="f4f1e8"/>
                </a:solidFill>
                <a:latin typeface="Work Sans"/>
              </a:rPr>
              <a:t>Überschrift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Form 3"/>
          <p:cNvSpPr/>
          <p:nvPr/>
        </p:nvSpPr>
        <p:spPr>
          <a:xfrm>
            <a:off x="812880" y="1625760"/>
            <a:ext cx="711000" cy="63000"/>
          </a:xfrm>
          <a:prstGeom prst="rect">
            <a:avLst/>
          </a:prstGeom>
          <a:solidFill>
            <a:srgbClr val="e8c8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812880" y="1905120"/>
            <a:ext cx="10566000" cy="43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63240" indent="-363240">
              <a:lnSpc>
                <a:spcPct val="100000"/>
              </a:lnSpc>
              <a:buClr>
                <a:srgbClr val="e8c872"/>
              </a:buClr>
              <a:buFont typeface="Arial"/>
              <a:buChar char="•"/>
            </a:pPr>
            <a:r>
              <a:rPr b="0" lang="de-DE" sz="2600" spc="-1" strike="noStrike">
                <a:solidFill>
                  <a:srgbClr val="f4f1e8"/>
                </a:solidFill>
                <a:latin typeface="Work Sans"/>
              </a:rPr>
              <a:t>Äußere &amp; innere Ableitung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363240" indent="-363240">
              <a:lnSpc>
                <a:spcPct val="100000"/>
              </a:lnSpc>
              <a:buClr>
                <a:srgbClr val="e8c872"/>
              </a:buClr>
              <a:buFont typeface="Arial"/>
              <a:buChar char="•"/>
            </a:pPr>
            <a:r>
              <a:rPr b="0" lang="de-DE" sz="2600" spc="-1" strike="noStrike">
                <a:solidFill>
                  <a:srgbClr val="f4f1e8"/>
                </a:solidFill>
                <a:latin typeface="Work Sans"/>
              </a:rPr>
              <a:t>x² → 2x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363240" indent="-363240">
              <a:lnSpc>
                <a:spcPct val="100000"/>
              </a:lnSpc>
              <a:buClr>
                <a:srgbClr val="e8c872"/>
              </a:buClr>
              <a:buFont typeface="Arial"/>
              <a:buChar char="•"/>
            </a:pPr>
            <a:r>
              <a:rPr b="0" lang="de-DE" sz="2600" spc="-1" strike="noStrike">
                <a:solidFill>
                  <a:srgbClr val="f4f1e8"/>
                </a:solidFill>
                <a:latin typeface="Work Sans"/>
              </a:rPr>
              <a:t>Nach Leerzeile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Form 5"/>
          <p:cNvSpPr/>
          <p:nvPr/>
        </p:nvSpPr>
        <p:spPr>
          <a:xfrm rot="1800000">
            <a:off x="8890200" y="3809880"/>
            <a:ext cx="1523520" cy="1015560"/>
          </a:xfrm>
          <a:prstGeom prst="ellipse">
            <a:avLst/>
          </a:prstGeom>
          <a:solidFill>
            <a:srgbClr val="e8c872"/>
          </a:solidFill>
          <a:ln w="25560">
            <a:solidFill>
              <a:srgbClr val="f4f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 2" descr=""/>
          <p:cNvPicPr/>
          <p:nvPr/>
        </p:nvPicPr>
        <p:blipFill>
          <a:blip r:embed="rId1"/>
          <a:stretch/>
        </p:blipFill>
        <p:spPr>
          <a:xfrm>
            <a:off x="1015920" y="762120"/>
            <a:ext cx="3809520" cy="2539800"/>
          </a:xfrm>
          <a:prstGeom prst="rect">
            <a:avLst/>
          </a:prstGeom>
          <a:ln w="0">
            <a:noFill/>
          </a:ln>
        </p:spPr>
      </p:pic>
      <p:cxnSp>
        <p:nvCxnSpPr>
          <p:cNvPr id="18" name="Linie 4"/>
          <p:cNvCxnSpPr/>
          <p:nvPr/>
        </p:nvCxnSpPr>
        <p:spPr>
          <a:xfrm flipV="1">
            <a:off x="1334880" y="4713840"/>
            <a:ext cx="3680280" cy="986400"/>
          </a:xfrm>
          <a:prstGeom prst="straightConnector1">
            <a:avLst/>
          </a:prstGeom>
          <a:ln w="38160">
            <a:solidFill>
              <a:srgbClr val="c46a55"/>
            </a:solidFill>
            <a:round/>
            <a:tailEnd len="med" type="triangle" w="med"/>
          </a:ln>
        </p:spPr>
      </p:cxnSp>
      <p:sp>
        <p:nvSpPr>
          <p:cNvPr id="19" name="Text 5"/>
          <p:cNvSpPr/>
          <p:nvPr/>
        </p:nvSpPr>
        <p:spPr>
          <a:xfrm>
            <a:off x="5334120" y="4952880"/>
            <a:ext cx="25398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de-DE" sz="2000" spc="-1" strike="noStrike">
                <a:solidFill>
                  <a:srgbClr val="c9d3c4"/>
                </a:solidFill>
                <a:latin typeface="Work Sans"/>
              </a:rPr>
              <a:t>Pfeil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ernwerk Kreide">
  <a:themeElements>
    <a:clrScheme name="Lernwerk Kreide">
      <a:dk1>
        <a:srgbClr val="f4f1e8"/>
      </a:dk1>
      <a:lt1>
        <a:srgbClr val="2f4a3a"/>
      </a:lt1>
      <a:dk2>
        <a:srgbClr val="c9d3c4"/>
      </a:dk2>
      <a:lt2>
        <a:srgbClr val="3b5a48"/>
      </a:lt2>
      <a:accent1>
        <a:srgbClr val="e8c872"/>
      </a:accent1>
      <a:accent2>
        <a:srgbClr val="c9974f"/>
      </a:accent2>
      <a:accent3>
        <a:srgbClr val="3d6fb6"/>
      </a:accent3>
      <a:accent4>
        <a:srgbClr val="c46a55"/>
      </a:accent4>
      <a:accent5>
        <a:srgbClr val="6f8fb0"/>
      </a:accent5>
      <a:accent6>
        <a:srgbClr val="9a968b"/>
      </a:accent6>
      <a:hlink>
        <a:srgbClr val="4f7a63"/>
      </a:hlink>
      <a:folHlink>
        <a:srgbClr val="6e6b6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Lernwerk</dc:creator>
  <dc:description/>
  <dc:language>en-US</dc:language>
  <cp:lastModifiedBy/>
  <cp:revision>0</cp:revision>
  <dc:subject/>
  <dc:title>Test &lt;&amp;&gt;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3</vt:r8>
  </property>
</Properties>
</file>