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izen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izen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de-DE" dirty="0"/>
              <a:t>Erwartung: Übergang Überblenden; drei Klicks, jeder blendet eine Karte samt Inhalt ein.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izen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de-DE" dirty="0"/>
              <a:t>Erwartung: Übergang Schieben von rechts; zehn Klicks, jeder zeigt eine Beschriftung mit dem genannten Effekt.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izen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de-DE" dirty="0"/>
              <a:t>Erwartung: Übergang Schieben; alle Elemente fliegen ohne Klick nacheinander herein (höchstens 1,4 Sekunden Verzögerung).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izen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de-DE" dirty="0"/>
              <a:t>Erwartung: Folie deckt die vorige von links auf; danach nichts weiter.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izen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de-DE" dirty="0"/>
              <a:t>Erwartung: erscheint sofort, alles sofort sichtbar.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latin typeface="Work Sans"/>
        </a:defRPr>
      </a:lvl1pPr>
    </p:titleStyle>
    <p:bodyStyle>
      <a:lvl1pPr>
        <a:defRPr sz="2400">
          <a:latin typeface="Work Sans"/>
        </a:defRPr>
      </a:lvl1pPr>
    </p:bodyStyle>
    <p:otherStyle>
      <a:lvl1pPr>
        <a:defRPr sz="1800">
          <a:latin typeface="Work 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 2"/>
          <p:cNvSpPr/>
          <p:nvPr/>
        </p:nvSpPr>
        <p:spPr>
          <a:xfrm>
            <a:off x="8890000" y="3683000"/>
            <a:ext cx="3048000" cy="3048000"/>
          </a:xfrm>
          <a:prstGeom prst="ellipse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3" name="Form 3"/>
          <p:cNvSpPr/>
          <p:nvPr/>
        </p:nvSpPr>
        <p:spPr>
          <a:xfrm>
            <a:off x="508000" y="457200"/>
            <a:ext cx="1143000" cy="1143000"/>
          </a:xfrm>
          <a:prstGeom prst="ellipse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1270000" y="1778000"/>
            <a:ext cx="9652000" cy="2159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buNone/>
            </a:pPr>
            <a:r>
              <a:rPr lang="de-DE" sz="5400" b="1" dirty="0">
                <a:solidFill>
                  <a:srgbClr val="16150F"/>
                </a:solidFill>
                <a:latin typeface="Work Sans"/>
              </a:rPr>
              <a:t>Prüfdatei: Übergänge und Animationen</a:t>
            </a:r>
          </a:p>
        </p:txBody>
      </p:sp>
      <p:sp>
        <p:nvSpPr>
          <p:cNvPr id="5" name="Form 5"/>
          <p:cNvSpPr/>
          <p:nvPr/>
        </p:nvSpPr>
        <p:spPr>
          <a:xfrm>
            <a:off x="5715000" y="4140200"/>
            <a:ext cx="762000" cy="76200"/>
          </a:xfrm>
          <a:prstGeom prst="rect">
            <a:avLst/>
          </a:prstGeom>
          <a:solidFill>
            <a:srgbClr val="7FA98C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270000" y="4445000"/>
            <a:ext cx="96520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de-DE" sz="2400" dirty="0">
                <a:solidFill>
                  <a:srgbClr val="6E6B62"/>
                </a:solidFill>
                <a:latin typeface="Work Sans"/>
              </a:rPr>
              <a:t>Folie 1: Übergang Zoom, Titel blendet automatisch ein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2800" y="381000"/>
            <a:ext cx="10566400" cy="1143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lang="de-DE" sz="3600" b="1" dirty="0">
                <a:solidFill>
                  <a:srgbClr val="16150F"/>
                </a:solidFill>
                <a:latin typeface="Work Sans"/>
              </a:rPr>
              <a:t>Folie 2: pro Klick eine Karte</a:t>
            </a:r>
          </a:p>
        </p:txBody>
      </p:sp>
      <p:sp>
        <p:nvSpPr>
          <p:cNvPr id="3" name="Form 3"/>
          <p:cNvSpPr/>
          <p:nvPr/>
        </p:nvSpPr>
        <p:spPr>
          <a:xfrm>
            <a:off x="812800" y="1625600"/>
            <a:ext cx="711200" cy="63500"/>
          </a:xfrm>
          <a:prstGeom prst="rect">
            <a:avLst/>
          </a:prstGeom>
          <a:solidFill>
            <a:srgbClr val="7FA98C"/>
          </a:solidFill>
          <a:ln>
            <a:noFill/>
          </a:ln>
        </p:spPr>
      </p:sp>
      <p:sp>
        <p:nvSpPr>
          <p:cNvPr id="4" name="Form 4"/>
          <p:cNvSpPr/>
          <p:nvPr/>
        </p:nvSpPr>
        <p:spPr>
          <a:xfrm>
            <a:off x="812800" y="2032000"/>
            <a:ext cx="3318933" cy="40640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5" name="Form 5"/>
          <p:cNvSpPr/>
          <p:nvPr/>
        </p:nvSpPr>
        <p:spPr>
          <a:xfrm>
            <a:off x="1066800" y="2362200"/>
            <a:ext cx="558800" cy="558800"/>
          </a:xfrm>
          <a:prstGeom prst="ellipse">
            <a:avLst/>
          </a:prstGeom>
          <a:solidFill>
            <a:srgbClr val="7FA98C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066800" y="2362200"/>
            <a:ext cx="558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de-DE" sz="2000" b="1" dirty="0">
                <a:solidFill>
                  <a:srgbClr val="FAF9F6"/>
                </a:solidFill>
                <a:latin typeface="Work Sans"/>
              </a:rPr>
              <a:t>1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066800" y="3200400"/>
            <a:ext cx="2810933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400" b="1" dirty="0">
                <a:solidFill>
                  <a:srgbClr val="16150F"/>
                </a:solidFill>
                <a:latin typeface="Work Sans"/>
              </a:rPr>
              <a:t>Klick 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66800" y="4089400"/>
            <a:ext cx="2810933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100" dirty="0">
                <a:solidFill>
                  <a:srgbClr val="6E6B62"/>
                </a:solidFill>
                <a:latin typeface="Work Sans"/>
              </a:rPr>
              <a:t>Diese Karte erscheint zuerst</a:t>
            </a:r>
          </a:p>
        </p:txBody>
      </p:sp>
      <p:sp>
        <p:nvSpPr>
          <p:cNvPr id="9" name="Form 9"/>
          <p:cNvSpPr/>
          <p:nvPr/>
        </p:nvSpPr>
        <p:spPr>
          <a:xfrm>
            <a:off x="4436533" y="2032000"/>
            <a:ext cx="3318933" cy="40640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10" name="Form 10"/>
          <p:cNvSpPr/>
          <p:nvPr/>
        </p:nvSpPr>
        <p:spPr>
          <a:xfrm>
            <a:off x="4690533" y="2362200"/>
            <a:ext cx="558800" cy="558800"/>
          </a:xfrm>
          <a:prstGeom prst="ellipse">
            <a:avLst/>
          </a:prstGeom>
          <a:solidFill>
            <a:srgbClr val="7FA98C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4690533" y="2362200"/>
            <a:ext cx="558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de-DE" sz="2000" b="1" dirty="0">
                <a:solidFill>
                  <a:srgbClr val="FAF9F6"/>
                </a:solidFill>
                <a:latin typeface="Work Sans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690533" y="3200400"/>
            <a:ext cx="2810933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400" b="1" dirty="0">
                <a:solidFill>
                  <a:srgbClr val="16150F"/>
                </a:solidFill>
                <a:latin typeface="Work Sans"/>
              </a:rPr>
              <a:t>Klick 2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690533" y="4089400"/>
            <a:ext cx="2810933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100" dirty="0">
                <a:solidFill>
                  <a:srgbClr val="6E6B62"/>
                </a:solidFill>
                <a:latin typeface="Work Sans"/>
              </a:rPr>
              <a:t>Dann diese</a:t>
            </a:r>
          </a:p>
        </p:txBody>
      </p:sp>
      <p:sp>
        <p:nvSpPr>
          <p:cNvPr id="14" name="Form 14"/>
          <p:cNvSpPr/>
          <p:nvPr/>
        </p:nvSpPr>
        <p:spPr>
          <a:xfrm>
            <a:off x="8060267" y="2032000"/>
            <a:ext cx="3318933" cy="40640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15" name="Form 15"/>
          <p:cNvSpPr/>
          <p:nvPr/>
        </p:nvSpPr>
        <p:spPr>
          <a:xfrm>
            <a:off x="8314267" y="2362200"/>
            <a:ext cx="558800" cy="558800"/>
          </a:xfrm>
          <a:prstGeom prst="ellipse">
            <a:avLst/>
          </a:prstGeom>
          <a:solidFill>
            <a:srgbClr val="7FA98C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314267" y="2362200"/>
            <a:ext cx="558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de-DE" sz="2000" b="1" dirty="0">
                <a:solidFill>
                  <a:srgbClr val="FAF9F6"/>
                </a:solidFill>
                <a:latin typeface="Work Sans"/>
              </a:rPr>
              <a:t>3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314267" y="3200400"/>
            <a:ext cx="2810933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400" b="1" dirty="0">
                <a:solidFill>
                  <a:srgbClr val="16150F"/>
                </a:solidFill>
                <a:latin typeface="Work Sans"/>
              </a:rPr>
              <a:t>Klick 3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314267" y="4089400"/>
            <a:ext cx="2810933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100" dirty="0">
                <a:solidFill>
                  <a:srgbClr val="6E6B62"/>
                </a:solidFill>
                <a:latin typeface="Work Sans"/>
              </a:rPr>
              <a:t>Zuletzt diese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2800" y="304800"/>
            <a:ext cx="105664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600" b="1" dirty="0">
                <a:solidFill>
                  <a:srgbClr val="16150F"/>
                </a:solidFill>
                <a:latin typeface="Work Sans"/>
              </a:rPr>
              <a:t>Folie 3: zehn Effekte, je ein Klick, von oben nach unten</a:t>
            </a:r>
          </a:p>
        </p:txBody>
      </p:sp>
      <p:sp>
        <p:nvSpPr>
          <p:cNvPr id="3" name="Form 3"/>
          <p:cNvSpPr/>
          <p:nvPr/>
        </p:nvSpPr>
        <p:spPr>
          <a:xfrm>
            <a:off x="812800" y="1219200"/>
            <a:ext cx="5080000" cy="8128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1066800" y="1219200"/>
            <a:ext cx="45720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7FA98C"/>
                </a:solidFill>
                <a:latin typeface="Work Sans"/>
              </a:rPr>
              <a:t>1. Erscheinen</a:t>
            </a:r>
          </a:p>
        </p:txBody>
      </p:sp>
      <p:sp>
        <p:nvSpPr>
          <p:cNvPr id="5" name="Form 5"/>
          <p:cNvSpPr/>
          <p:nvPr/>
        </p:nvSpPr>
        <p:spPr>
          <a:xfrm>
            <a:off x="6197600" y="1219200"/>
            <a:ext cx="5080000" cy="8128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451600" y="1219200"/>
            <a:ext cx="45720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7FA98C"/>
                </a:solidFill>
                <a:latin typeface="Work Sans"/>
              </a:rPr>
              <a:t>2. Einblenden</a:t>
            </a:r>
          </a:p>
        </p:txBody>
      </p:sp>
      <p:sp>
        <p:nvSpPr>
          <p:cNvPr id="7" name="Form 7"/>
          <p:cNvSpPr/>
          <p:nvPr/>
        </p:nvSpPr>
        <p:spPr>
          <a:xfrm>
            <a:off x="812800" y="2235200"/>
            <a:ext cx="5080000" cy="8128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66800" y="2235200"/>
            <a:ext cx="45720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7FA98C"/>
                </a:solidFill>
                <a:latin typeface="Work Sans"/>
              </a:rPr>
              <a:t>3. Fliegt von links</a:t>
            </a:r>
          </a:p>
        </p:txBody>
      </p:sp>
      <p:sp>
        <p:nvSpPr>
          <p:cNvPr id="9" name="Form 9"/>
          <p:cNvSpPr/>
          <p:nvPr/>
        </p:nvSpPr>
        <p:spPr>
          <a:xfrm>
            <a:off x="6197600" y="2235200"/>
            <a:ext cx="5080000" cy="8128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6451600" y="2235200"/>
            <a:ext cx="45720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7FA98C"/>
                </a:solidFill>
                <a:latin typeface="Work Sans"/>
              </a:rPr>
              <a:t>4. Fliegt von rechts</a:t>
            </a:r>
          </a:p>
        </p:txBody>
      </p:sp>
      <p:sp>
        <p:nvSpPr>
          <p:cNvPr id="11" name="Form 11"/>
          <p:cNvSpPr/>
          <p:nvPr/>
        </p:nvSpPr>
        <p:spPr>
          <a:xfrm>
            <a:off x="812800" y="3251200"/>
            <a:ext cx="5080000" cy="8128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66800" y="3251200"/>
            <a:ext cx="45720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7FA98C"/>
                </a:solidFill>
                <a:latin typeface="Work Sans"/>
              </a:rPr>
              <a:t>5. Fliegt von oben</a:t>
            </a:r>
          </a:p>
        </p:txBody>
      </p:sp>
      <p:sp>
        <p:nvSpPr>
          <p:cNvPr id="13" name="Form 13"/>
          <p:cNvSpPr/>
          <p:nvPr/>
        </p:nvSpPr>
        <p:spPr>
          <a:xfrm>
            <a:off x="6197600" y="3251200"/>
            <a:ext cx="5080000" cy="8128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451600" y="3251200"/>
            <a:ext cx="45720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7FA98C"/>
                </a:solidFill>
                <a:latin typeface="Work Sans"/>
              </a:rPr>
              <a:t>6. Fliegt von unten</a:t>
            </a:r>
          </a:p>
        </p:txBody>
      </p:sp>
      <p:sp>
        <p:nvSpPr>
          <p:cNvPr id="15" name="Form 15"/>
          <p:cNvSpPr/>
          <p:nvPr/>
        </p:nvSpPr>
        <p:spPr>
          <a:xfrm>
            <a:off x="812800" y="4267200"/>
            <a:ext cx="5080000" cy="8128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066800" y="4267200"/>
            <a:ext cx="45720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7FA98C"/>
                </a:solidFill>
                <a:latin typeface="Work Sans"/>
              </a:rPr>
              <a:t>7. Zoom</a:t>
            </a:r>
          </a:p>
        </p:txBody>
      </p:sp>
      <p:sp>
        <p:nvSpPr>
          <p:cNvPr id="17" name="Form 17"/>
          <p:cNvSpPr/>
          <p:nvPr/>
        </p:nvSpPr>
        <p:spPr>
          <a:xfrm>
            <a:off x="6197600" y="4267200"/>
            <a:ext cx="5080000" cy="8128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451600" y="4267200"/>
            <a:ext cx="45720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7FA98C"/>
                </a:solidFill>
                <a:latin typeface="Work Sans"/>
              </a:rPr>
              <a:t>8. Wischen von links</a:t>
            </a:r>
          </a:p>
        </p:txBody>
      </p:sp>
      <p:sp>
        <p:nvSpPr>
          <p:cNvPr id="19" name="Form 19"/>
          <p:cNvSpPr/>
          <p:nvPr/>
        </p:nvSpPr>
        <p:spPr>
          <a:xfrm>
            <a:off x="812800" y="5283200"/>
            <a:ext cx="5080000" cy="8128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1066800" y="5283200"/>
            <a:ext cx="45720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7FA98C"/>
                </a:solidFill>
                <a:latin typeface="Work Sans"/>
              </a:rPr>
              <a:t>9. Wischen von rechts</a:t>
            </a:r>
          </a:p>
        </p:txBody>
      </p:sp>
      <p:sp>
        <p:nvSpPr>
          <p:cNvPr id="21" name="Form 21"/>
          <p:cNvSpPr/>
          <p:nvPr/>
        </p:nvSpPr>
        <p:spPr>
          <a:xfrm>
            <a:off x="6197600" y="5283200"/>
            <a:ext cx="5080000" cy="8128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451600" y="5283200"/>
            <a:ext cx="45720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7FA98C"/>
                </a:solidFill>
                <a:latin typeface="Work Sans"/>
              </a:rPr>
              <a:t>10. Wischen von oben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4" grpId="0"/>
      <p:bldP spid="16" grpId="0"/>
      <p:bldP spid="18" grpId="0"/>
      <p:bldP spid="20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2800" y="381000"/>
            <a:ext cx="10566400" cy="1143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lang="de-DE" sz="3600" b="1" dirty="0">
                <a:solidFill>
                  <a:srgbClr val="16150F"/>
                </a:solidFill>
                <a:latin typeface="Work Sans"/>
              </a:rPr>
              <a:t>Folie 4: Lebendig, alles automatisch</a:t>
            </a:r>
          </a:p>
        </p:txBody>
      </p:sp>
      <p:sp>
        <p:nvSpPr>
          <p:cNvPr id="3" name="Form 3"/>
          <p:cNvSpPr/>
          <p:nvPr/>
        </p:nvSpPr>
        <p:spPr>
          <a:xfrm>
            <a:off x="812800" y="1625600"/>
            <a:ext cx="711200" cy="63500"/>
          </a:xfrm>
          <a:prstGeom prst="rect">
            <a:avLst/>
          </a:prstGeom>
          <a:solidFill>
            <a:srgbClr val="7FA98C"/>
          </a:solidFill>
          <a:ln>
            <a:noFill/>
          </a:ln>
        </p:spPr>
      </p:sp>
      <p:sp>
        <p:nvSpPr>
          <p:cNvPr id="4" name="Form 4"/>
          <p:cNvSpPr/>
          <p:nvPr/>
        </p:nvSpPr>
        <p:spPr>
          <a:xfrm>
            <a:off x="812800" y="2159000"/>
            <a:ext cx="3183467" cy="33020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5" name="Form 5"/>
          <p:cNvSpPr/>
          <p:nvPr/>
        </p:nvSpPr>
        <p:spPr>
          <a:xfrm>
            <a:off x="1016000" y="2362200"/>
            <a:ext cx="558800" cy="558800"/>
          </a:xfrm>
          <a:prstGeom prst="ellipse">
            <a:avLst/>
          </a:prstGeom>
          <a:solidFill>
            <a:srgbClr val="7FA98C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016000" y="2362200"/>
            <a:ext cx="558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de-DE" sz="2000" b="1" dirty="0">
                <a:solidFill>
                  <a:srgbClr val="FAF9F6"/>
                </a:solidFill>
                <a:latin typeface="Work Sans"/>
              </a:rPr>
              <a:t>1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016000" y="3098800"/>
            <a:ext cx="2777067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100" b="1" dirty="0">
                <a:solidFill>
                  <a:srgbClr val="16150F"/>
                </a:solidFill>
                <a:latin typeface="Work Sans"/>
              </a:rPr>
              <a:t>Erst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16000" y="3911600"/>
            <a:ext cx="2777067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1900" dirty="0">
                <a:solidFill>
                  <a:srgbClr val="6E6B62"/>
                </a:solidFill>
                <a:latin typeface="Work Sans"/>
              </a:rPr>
              <a:t>Kommt sofort</a:t>
            </a:r>
          </a:p>
        </p:txBody>
      </p:sp>
      <p:cxnSp>
        <p:nvCxnSpPr>
          <p:cNvPr id="9" name="Linie 9"/>
          <p:cNvCxnSpPr/>
          <p:nvPr/>
        </p:nvCxnSpPr>
        <p:spPr>
          <a:xfrm>
            <a:off x="4072467" y="3810000"/>
            <a:ext cx="355600" cy="0"/>
          </a:xfrm>
          <a:prstGeom prst="line">
            <a:avLst/>
          </a:prstGeom>
          <a:ln w="38100">
            <a:solidFill>
              <a:srgbClr val="7FA98C"/>
            </a:solidFill>
            <a:tailEnd type="triangle" w="med" len="med"/>
          </a:ln>
        </p:spPr>
      </p:cxnSp>
      <p:sp>
        <p:nvSpPr>
          <p:cNvPr id="10" name="Form 10"/>
          <p:cNvSpPr/>
          <p:nvPr/>
        </p:nvSpPr>
        <p:spPr>
          <a:xfrm>
            <a:off x="4504267" y="2159000"/>
            <a:ext cx="3183467" cy="33020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11" name="Form 11"/>
          <p:cNvSpPr/>
          <p:nvPr/>
        </p:nvSpPr>
        <p:spPr>
          <a:xfrm>
            <a:off x="4707467" y="2362200"/>
            <a:ext cx="558800" cy="558800"/>
          </a:xfrm>
          <a:prstGeom prst="ellipse">
            <a:avLst/>
          </a:prstGeom>
          <a:solidFill>
            <a:srgbClr val="7FA98C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707467" y="2362200"/>
            <a:ext cx="558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de-DE" sz="2000" b="1" dirty="0">
                <a:solidFill>
                  <a:srgbClr val="FAF9F6"/>
                </a:solidFill>
                <a:latin typeface="Work Sans"/>
              </a:rPr>
              <a:t>2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707467" y="3098800"/>
            <a:ext cx="2777067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100" b="1" dirty="0">
                <a:solidFill>
                  <a:srgbClr val="16150F"/>
                </a:solidFill>
                <a:latin typeface="Work Sans"/>
              </a:rPr>
              <a:t>Dann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707467" y="3911600"/>
            <a:ext cx="2777067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1900" dirty="0">
                <a:solidFill>
                  <a:srgbClr val="6E6B62"/>
                </a:solidFill>
                <a:latin typeface="Work Sans"/>
              </a:rPr>
              <a:t>Kurz danach</a:t>
            </a:r>
          </a:p>
        </p:txBody>
      </p:sp>
      <p:cxnSp>
        <p:nvCxnSpPr>
          <p:cNvPr id="15" name="Linie 15"/>
          <p:cNvCxnSpPr/>
          <p:nvPr/>
        </p:nvCxnSpPr>
        <p:spPr>
          <a:xfrm>
            <a:off x="7763933" y="3810000"/>
            <a:ext cx="355600" cy="0"/>
          </a:xfrm>
          <a:prstGeom prst="line">
            <a:avLst/>
          </a:prstGeom>
          <a:ln w="38100">
            <a:solidFill>
              <a:srgbClr val="7FA98C"/>
            </a:solidFill>
            <a:tailEnd type="triangle" w="med" len="med"/>
          </a:ln>
        </p:spPr>
      </p:cxnSp>
      <p:sp>
        <p:nvSpPr>
          <p:cNvPr id="16" name="Form 16"/>
          <p:cNvSpPr/>
          <p:nvPr/>
        </p:nvSpPr>
        <p:spPr>
          <a:xfrm>
            <a:off x="8195733" y="2159000"/>
            <a:ext cx="3183467" cy="3302000"/>
          </a:xfrm>
          <a:prstGeom prst="roundRect">
            <a:avLst/>
          </a:prstGeom>
          <a:solidFill>
            <a:srgbClr val="EEEDE9"/>
          </a:solidFill>
          <a:ln>
            <a:noFill/>
          </a:ln>
        </p:spPr>
      </p:sp>
      <p:sp>
        <p:nvSpPr>
          <p:cNvPr id="17" name="Form 17"/>
          <p:cNvSpPr/>
          <p:nvPr/>
        </p:nvSpPr>
        <p:spPr>
          <a:xfrm>
            <a:off x="8398933" y="2362200"/>
            <a:ext cx="558800" cy="558800"/>
          </a:xfrm>
          <a:prstGeom prst="ellipse">
            <a:avLst/>
          </a:prstGeom>
          <a:solidFill>
            <a:srgbClr val="7FA98C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398933" y="2362200"/>
            <a:ext cx="558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de-DE" sz="2000" b="1" dirty="0">
                <a:solidFill>
                  <a:srgbClr val="FAF9F6"/>
                </a:solidFill>
                <a:latin typeface="Work Sans"/>
              </a:rPr>
              <a:t>3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398933" y="3098800"/>
            <a:ext cx="2777067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2100" b="1" dirty="0">
                <a:solidFill>
                  <a:srgbClr val="16150F"/>
                </a:solidFill>
                <a:latin typeface="Work Sans"/>
              </a:rPr>
              <a:t>Zuletzt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398933" y="3911600"/>
            <a:ext cx="2777067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de-DE" sz="1900" dirty="0">
                <a:solidFill>
                  <a:srgbClr val="6E6B62"/>
                </a:solidFill>
                <a:latin typeface="Work Sans"/>
              </a:rPr>
              <a:t>Ganz am Ende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/>
      <p:bldP spid="7" grpId="0"/>
      <p:bldP spid="8" grpId="0"/>
      <p:bldP spid="10" grpId="0" animBg="1"/>
      <p:bldP spid="11" grpId="0" animBg="1"/>
      <p:bldP spid="12" grpId="0"/>
      <p:bldP spid="13" grpId="0"/>
      <p:bldP spid="14" grpId="0"/>
      <p:bldP spid="16" grpId="0" animBg="1"/>
      <p:bldP spid="17" grpId="0" animBg="1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 2"/>
          <p:cNvSpPr/>
          <p:nvPr/>
        </p:nvSpPr>
        <p:spPr>
          <a:xfrm>
            <a:off x="812800" y="1905000"/>
            <a:ext cx="101600" cy="2540000"/>
          </a:xfrm>
          <a:prstGeom prst="rect">
            <a:avLst/>
          </a:prstGeom>
          <a:solidFill>
            <a:srgbClr val="7FA98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320800" y="1397000"/>
            <a:ext cx="9652000" cy="35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de-DE" sz="4600" b="1" dirty="0">
                <a:solidFill>
                  <a:srgbClr val="16150F"/>
                </a:solidFill>
                <a:latin typeface="Work Sans"/>
              </a:rPr>
              <a:t>Folie 5: Übergang Aufdecken von links, keine Animation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 2"/>
          <p:cNvSpPr/>
          <p:nvPr/>
        </p:nvSpPr>
        <p:spPr>
          <a:xfrm>
            <a:off x="812800" y="1905000"/>
            <a:ext cx="101600" cy="2540000"/>
          </a:xfrm>
          <a:prstGeom prst="rect">
            <a:avLst/>
          </a:prstGeom>
          <a:solidFill>
            <a:srgbClr val="7FA98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320800" y="1397000"/>
            <a:ext cx="9652000" cy="35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de-DE" sz="4600" b="1" dirty="0">
                <a:solidFill>
                  <a:srgbClr val="16150F"/>
                </a:solidFill>
                <a:latin typeface="Work Sans"/>
              </a:rPr>
              <a:t>Folie 6: Kontrolle ohne Übergang und ohne Animation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ul-PIP Quill">
  <a:themeElements>
    <a:clrScheme name="Schul-PIP Quill">
      <a:dk1>
        <a:srgbClr val="16150F"/>
      </a:dk1>
      <a:lt1>
        <a:srgbClr val="FAF9F6"/>
      </a:lt1>
      <a:dk2>
        <a:srgbClr val="6E6B62"/>
      </a:dk2>
      <a:lt2>
        <a:srgbClr val="EEEDE9"/>
      </a:lt2>
      <a:accent1>
        <a:srgbClr val="7FA98C"/>
      </a:accent1>
      <a:accent2>
        <a:srgbClr val="C9974F"/>
      </a:accent2>
      <a:accent3>
        <a:srgbClr val="3D6FB6"/>
      </a:accent3>
      <a:accent4>
        <a:srgbClr val="C46A55"/>
      </a:accent4>
      <a:accent5>
        <a:srgbClr val="6F8FB0"/>
      </a:accent5>
      <a:accent6>
        <a:srgbClr val="9A968B"/>
      </a:accent6>
      <a:hlink>
        <a:srgbClr val="4F7A63"/>
      </a:hlink>
      <a:folHlink>
        <a:srgbClr val="6E6B62"/>
      </a:folHlink>
    </a:clrScheme>
    <a:fontScheme name="Schul-PIP">
      <a:majorFont>
        <a:latin typeface="Work Sans"/>
        <a:ea typeface=""/>
        <a:cs typeface=""/>
      </a:majorFont>
      <a:minorFont>
        <a:latin typeface="Work Sans"/>
        <a:ea typeface=""/>
        <a:cs typeface=""/>
      </a:minorFont>
    </a:fontScheme>
    <a:fmtScheme name="Schul-PI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chul-PIP Notizen">
  <a:themeElements>
    <a:clrScheme name="Schul-PIP Notizen">
      <a:dk1>
        <a:srgbClr val="1F2A44"/>
      </a:dk1>
      <a:lt1>
        <a:srgbClr val="FFFFFF"/>
      </a:lt1>
      <a:dk2>
        <a:srgbClr val="5B6478"/>
      </a:dk2>
      <a:lt2>
        <a:srgbClr val="EEF2F8"/>
      </a:lt2>
      <a:accent1>
        <a:srgbClr val="3D6FB6"/>
      </a:accent1>
      <a:accent2>
        <a:srgbClr val="C9974F"/>
      </a:accent2>
      <a:accent3>
        <a:srgbClr val="3D6FB6"/>
      </a:accent3>
      <a:accent4>
        <a:srgbClr val="C46A55"/>
      </a:accent4>
      <a:accent5>
        <a:srgbClr val="6F8FB0"/>
      </a:accent5>
      <a:accent6>
        <a:srgbClr val="9A968B"/>
      </a:accent6>
      <a:hlink>
        <a:srgbClr val="4F7A63"/>
      </a:hlink>
      <a:folHlink>
        <a:srgbClr val="6E6B62"/>
      </a:folHlink>
    </a:clrScheme>
    <a:fontScheme name="Schul-PIP">
      <a:majorFont>
        <a:latin typeface="Work Sans"/>
        <a:ea typeface=""/>
        <a:cs typeface=""/>
      </a:majorFont>
      <a:minorFont>
        <a:latin typeface="Work Sans"/>
        <a:ea typeface=""/>
        <a:cs typeface=""/>
      </a:minorFont>
    </a:fontScheme>
    <a:fmtScheme name="Schul-PI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Schul-PIP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Pruefdatei Animationen</dc:title>
  <dc:creator>Schul-PIP</dc:creator>
</cp:coreProperties>
</file>